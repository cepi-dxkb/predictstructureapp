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3A4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144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63500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Protein Structure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Tool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Plan for BV-BRC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ESMFold  |  Chai-1  |  Boltz-2  |  AlphaFold2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Andreas Wilke  | 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64008" cy="1417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Tools, 4 Interfaces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has its own CLI syntax, input format, and output conventions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64008" cy="1417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 Chaos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920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FASTA, YAML manifests, Parquet MSAs — no common denominator for complexes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063240"/>
            <a:ext cx="64008" cy="1417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Inconsistency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vs mmCIF, different confidence JSON schemas, incomparable pLDDT scales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63240"/>
            <a:ext cx="64008" cy="1417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ESMFold Legacy Debt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OpenFold dependency is fragile, 15 GB Docker image, stale maintenance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 Overlap Matrix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1828800"/>
                <a:gridCol w="173736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3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Boltz-2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3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3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AlphaFold2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3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ESMFold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3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INPUT_PATH (.yaml)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fasta_file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--fasta_paths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-i (.fasta)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output_dir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--out_dir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output_dir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--output_dir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num_recycles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--recycling_steps (3)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--num-trunk-recycles (3)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(3)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--num-recycles (4)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num_samples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--diffusion_samples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--num-diffn-samples (5)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--num_multimer_... (5)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(deterministic)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sampling_steps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--sampling_steps (200)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--num-diffn-timesteps (200)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(not exposed)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--seed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--random_seed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(deterministic)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--accelerator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--device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(GPU)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--cpu-only (flag)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semantic equivalences found across all tools — different names, same meaning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051560"/>
            <a:ext cx="7315200" cy="64008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143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06984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CLI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91640" y="13716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predict-structure &lt;tool&gt; &lt;input.fasta&gt; [options]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91640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solidFill>
            <a:srgbClr val="2C536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2024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91640" y="18470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Layer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691640" y="21488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BoltzAdapter  |  ChaiAdapter  |  AlphaFoldAdapter  |  ESMFoldAdapter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46888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914400" y="2606040"/>
            <a:ext cx="7315200" cy="640080"/>
          </a:xfrm>
          <a:prstGeom prst="rect">
            <a:avLst/>
          </a:prstGeom>
          <a:solidFill>
            <a:srgbClr val="203A4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69748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91640" y="262432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Backends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1691640" y="29260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CLI (Docker)  |  CWL Workflows (GoWe)  |  BV-BRC AppService (SLURM)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246120"/>
            <a:ext cx="274320" cy="27432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solidFill>
            <a:srgbClr val="0F202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474720"/>
            <a:ext cx="457200" cy="4572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691640" y="340156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Tools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1691640" y="37033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 predict  |  chai fold  |  run_alphafold.py  |  esm-fold-hf (HuggingFace)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64008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640080" y="4434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 as universal input — adapter converts to tool-specific formats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+ normalized confidence JSON as unified output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Tool-specific pass-through flags via --boltz-*, --chai-*, etc.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ESMFold: HuggingFace-First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3749040" cy="29260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37490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(esm-fold)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OpenFold compile from source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CUDA ops required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GB Docker image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(last update 2023)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model download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749040" cy="292608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80160"/>
            <a:ext cx="3749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(esm-fold-hf)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transformers torch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PyTorch stack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GB Docker image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ecosystem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Auto-download from hub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existing hf_fold.py → New lightweight Docker image → Validate on pilot targets → Update CWL defs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Assessment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64008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A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 API Breaking 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tool versions in Docker images; adapter layer absorbs breaking 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 MSA Format Conversion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A3M → Parquet conversion in adapter; test with diverse MSA sizes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Memory Fragmentation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Per-tool memory profiles; --device auto-selects based on available VRAM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ESMFold HF Model Parity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output on 10 pilot targets before deprecating legacy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AlphaFold2 DB 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AF2 database paths as pass-through; don't abstract away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 (ligands, DNA/RNA)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is protein-only FASTA; Boltz YAML pass-through for advanced entities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Likelihood  |  I = Impact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to MVP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1965960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353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 + 4 adapters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normalization (FASTA → per-tool)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normalization (→ PDB + JSON)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execution backend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32588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325880"/>
            <a:ext cx="1965960" cy="594360"/>
          </a:xfrm>
          <a:prstGeom prst="rect">
            <a:avLst/>
          </a:prstGeom>
          <a:solidFill>
            <a:srgbClr val="2C5364"/>
          </a:solidFill>
          <a:ln/>
        </p:spPr>
      </p:sp>
      <p:sp>
        <p:nvSpPr>
          <p:cNvPr id="12" name="Text 10"/>
          <p:cNvSpPr/>
          <p:nvPr/>
        </p:nvSpPr>
        <p:spPr>
          <a:xfrm>
            <a:off x="2715768" y="1353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15768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15768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ESMFold Migration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237744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hf_fold.py to primary CLI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lightweight Docker image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10 pilot targets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 legacy esm-fold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32588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25880"/>
            <a:ext cx="1965960" cy="594360"/>
          </a:xfrm>
          <a:prstGeom prst="rect">
            <a:avLst/>
          </a:prstGeom>
          <a:solidFill>
            <a:srgbClr val="203A43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1353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CWL Integration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37744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CWL tool definition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GoWe batch submission mode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ProteinFoldingApp experiment update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tests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132588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325880"/>
            <a:ext cx="1965960" cy="59436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24" name="Text 22"/>
          <p:cNvSpPr/>
          <p:nvPr/>
        </p:nvSpPr>
        <p:spPr>
          <a:xfrm>
            <a:off x="7013448" y="1353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13448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13448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BV-BRC + Polish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237744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App-PredictStructure.pl script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app_spec JSON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examples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validation (SLURM)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0"/>
            <a:ext cx="274320" cy="2743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9728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(Phase 1+2) delivers a working unified CLI in ~5 weeks. Full BV-BRC integration in ~10 weeks.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Maturity &amp; Decisions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914400"/>
                <a:gridCol w="182880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3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BV-BRC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3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3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in Unified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3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3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Boltz-2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CLI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CLI, direct Docker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CLI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A3M→Parquet in adapter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AlphaFold2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 over DB paths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ESMFold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Legacy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Heavy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 new CLI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OpenFold deps, lighter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for Discussion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3840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tool selection heuristic: sequence length? MSA availability? target complexity?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Non-protein entities (ligands, DNA/RNA): MVP scope or Phase 5?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mode: run all tools and return consensus/best-by-confidence?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stabiliNNator integration: --analyze-stability as post-processing step?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3A4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0972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Finalize open questions (auto-selection, scope boundaries)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Prototype Phase 1 Python CLI with Boltz + ESMFold adapters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Validate ESMFold HuggingFace parity on pilot targets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dxkb / ProteinFoldingApp  —  github.com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Protein Structure Prediction Tool</dc:title>
  <dc:subject>PptxGenJS Presentation</dc:subject>
  <dc:creator>Andreas Wilke</dc:creator>
  <cp:lastModifiedBy>Andreas Wilke</cp:lastModifiedBy>
  <cp:revision>1</cp:revision>
  <dcterms:created xsi:type="dcterms:W3CDTF">2026-03-04T18:02:51Z</dcterms:created>
  <dcterms:modified xsi:type="dcterms:W3CDTF">2026-03-04T18:02:51Z</dcterms:modified>
</cp:coreProperties>
</file>